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13716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3657600"/>
                <a:gridCol w="3474720"/>
              </a:tblGrid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Cost for N parameters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Drawback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Finite differences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Perturb each parameter: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[L(x+h) − L(x)] /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N + 1 evaluations of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Slow for large N;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accuracy depends on step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Hand-coded analytical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Derive and implement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each derivative by hand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~1 evaluation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Weeks of work, error-prone;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redo for every new objective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Automatic differentiation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(ESSOS + JAX)</a:t>
                      </a:r>
                    </a:p>
                  </a:txBody>
                  <a:tcPr anchor="ctr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Chain rule applied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automatically to the code</a:t>
                      </a:r>
                    </a:p>
                  </a:txBody>
                  <a:tcPr anchor="ctr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~1 forward + 1 backward pass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(independent of N)</a:t>
                      </a:r>
                    </a:p>
                  </a:txBody>
                  <a:tcPr anchor="ctr"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A1A1A"/>
                          </a:solidFill>
                          <a:latin typeface="Calibri"/>
                        </a:rPr>
                        <a:t>Higher memory use</a:t>
                      </a:r>
                    </a:p>
                  </a:txBody>
                  <a:tcPr anchor="ctr">
                    <a:solidFill>
                      <a:srgbClr val="DC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